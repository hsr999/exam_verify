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41bf5218247c5" /><Relationship Type="http://schemas.openxmlformats.org/officeDocument/2006/relationships/extended-properties" Target="/docProps/app.xml" Id="R98e5c03ef00d4eca" /><Relationship Type="http://schemas.openxmlformats.org/officeDocument/2006/relationships/officeDocument" Target="/ppt/presentation.xml" Id="Rd851ca3b770b49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85da4666a4a02"/>
  </p:sldMasterIdLst>
  <p:notesMasterIdLst>
    <p:notesMasterId xmlns:r="http://schemas.openxmlformats.org/officeDocument/2006/relationships" r:id="R39dbf3084f96467c"/>
  </p:notesMasterIdLst>
  <p:sldIdLst>
    <p:sldId xmlns:r="http://schemas.openxmlformats.org/officeDocument/2006/relationships" id="256" r:id="Rf78ab0bb0a864d34"/>
    <p:sldId xmlns:r="http://schemas.openxmlformats.org/officeDocument/2006/relationships" id="257" r:id="R3e601d91d63d4b98"/>
    <p:sldId xmlns:r="http://schemas.openxmlformats.org/officeDocument/2006/relationships" id="258" r:id="R92d9df34b19a4d79"/>
    <p:sldId xmlns:r="http://schemas.openxmlformats.org/officeDocument/2006/relationships" id="259" r:id="Rcd8789ca73f64c6d"/>
    <p:sldId xmlns:r="http://schemas.openxmlformats.org/officeDocument/2006/relationships" id="260" r:id="Rede61bb4708444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ff72153fc644c3" /><Relationship Type="http://schemas.openxmlformats.org/officeDocument/2006/relationships/slideMaster" Target="/ppt/slideMasters/slideMaster1.xml" Id="R16085da4666a4a02" /><Relationship Type="http://schemas.openxmlformats.org/officeDocument/2006/relationships/notesMaster" Target="/ppt/notesMasters/notesMaster1.xml" Id="R39dbf3084f96467c" /><Relationship Type="http://schemas.openxmlformats.org/officeDocument/2006/relationships/presProps" Target="/ppt/presProps.xml" Id="R389ce13b7a2745be" /><Relationship Type="http://schemas.openxmlformats.org/officeDocument/2006/relationships/viewProps" Target="/ppt/viewProps.xml" Id="R648aace768224aac" /><Relationship Type="http://schemas.openxmlformats.org/officeDocument/2006/relationships/tableStyles" Target="/ppt/tableStyles.xml" Id="R5f1544ab6f494c16" /><Relationship Type="http://schemas.openxmlformats.org/officeDocument/2006/relationships/slide" Target="/ppt/slides/slide1.xml" Id="Rf78ab0bb0a864d34" /><Relationship Type="http://schemas.openxmlformats.org/officeDocument/2006/relationships/slide" Target="/ppt/slides/slide2.xml" Id="R3e601d91d63d4b98" /><Relationship Type="http://schemas.openxmlformats.org/officeDocument/2006/relationships/slide" Target="/ppt/slides/slide3.xml" Id="R92d9df34b19a4d79" /><Relationship Type="http://schemas.openxmlformats.org/officeDocument/2006/relationships/slide" Target="/ppt/slides/slide4.xml" Id="Rcd8789ca73f64c6d" /><Relationship Type="http://schemas.openxmlformats.org/officeDocument/2006/relationships/slide" Target="/ppt/slides/slide5.xml" Id="Rede61bb4708444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67a4dae868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fd3497e7cc49cf" /><Relationship Type="http://schemas.openxmlformats.org/officeDocument/2006/relationships/notesMaster" Target="/ppt/notesMasters/notesMaster1.xml" Id="R4de30a2dcb104f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d0b49449d24010" /><Relationship Type="http://schemas.openxmlformats.org/officeDocument/2006/relationships/notesMaster" Target="/ppt/notesMasters/notesMaster1.xml" Id="R5c70588095b847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25ab140b474315" /><Relationship Type="http://schemas.openxmlformats.org/officeDocument/2006/relationships/notesMaster" Target="/ppt/notesMasters/notesMaster1.xml" Id="R0befe2a175a7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7496f3d4b4402e" /><Relationship Type="http://schemas.openxmlformats.org/officeDocument/2006/relationships/notesMaster" Target="/ppt/notesMasters/notesMaster1.xml" Id="Rf443ded0653d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6db92396c6439f" /><Relationship Type="http://schemas.openxmlformats.org/officeDocument/2006/relationships/notesMaster" Target="/ppt/notesMasters/notesMaster1.xml" Id="R8801a3c35b5c47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e70e8d39f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e0f0fac6849db" /><Relationship Type="http://schemas.openxmlformats.org/officeDocument/2006/relationships/slideLayout" Target="/ppt/slideLayouts/slideLayout1.xml" Id="R67ff95c2c03e4e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f95c2c03e4e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8554bb37f453c" /><Relationship Type="http://schemas.openxmlformats.org/officeDocument/2006/relationships/notesSlide" Target="/ppt/notesSlides/notesSlide1.xml" Id="Rad4786963214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4c31d0099417d" /><Relationship Type="http://schemas.openxmlformats.org/officeDocument/2006/relationships/notesSlide" Target="/ppt/notesSlides/notesSlide2.xml" Id="R6b4d5024d780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5a402295f4bc5" /><Relationship Type="http://schemas.openxmlformats.org/officeDocument/2006/relationships/notesSlide" Target="/ppt/notesSlides/notesSlide3.xml" Id="R811f0134a1464b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2ce8e9098457d" /><Relationship Type="http://schemas.openxmlformats.org/officeDocument/2006/relationships/notesSlide" Target="/ppt/notesSlides/notesSlide4.xml" Id="Rb3b14c42253644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cf60ab9c04d2b" /><Relationship Type="http://schemas.openxmlformats.org/officeDocument/2006/relationships/notesSlide" Target="/ppt/notesSlides/notesSlide5.xml" Id="Rc1c04895a9064b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18E70-C0EB-43DF-A9D1-7F09CBE7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84F4ED-7853-4992-A8C2-F50FD0B6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7C7B22-B116-4CBB-AA15-95E9877D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 ENTRY / IDENTITY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CFF81-9B47-4782-9896-A3762EA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657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exam gate is still a trust bottleneck.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DAAA9-963C-4DEC-9B48-CA95481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81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DB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EBDB4"/>
                </a:solidFill>
                <a:latin typeface="Aptos"/>
                <a:ea typeface="Aptos"/>
                <a:cs typeface="Aptos"/>
              </a:rPr>
              <a:t>A rushed visual check must distinguish the real candidate from an impersonator, without a reliable digital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34BE2-5ECA-4F26-A4D3-BE4C39F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3714750" cy="433387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D281B"/>
          </a:solidFill>
          <a:ln xmlns:a="http://schemas.openxmlformats.org/drawingml/2006/main" w="9525">
            <a:solidFill>
              <a:srgbClr val="3450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A9791-0B74-4712-A322-192A8142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71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396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3968A"/>
                </a:solidFill>
                <a:latin typeface="Aptos"/>
                <a:ea typeface="Aptos"/>
                <a:cs typeface="Aptos"/>
              </a:rPr>
              <a:t>TODAY'S GATE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68D3C-7957-463B-B8F7-BD83C6B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573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9D136-BD0B-4896-A11E-8084541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Physical 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65E33-A211-4E91-9079-0262138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05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91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F9186"/>
                </a:solidFill>
                <a:latin typeface="Aptos"/>
                <a:ea typeface="Aptos"/>
                <a:cs typeface="Aptos"/>
              </a:rPr>
              <a:t>Can be forged or borrowed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B0A79-3B6A-436C-B165-FCE9AF0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07591-859A-4B35-9E6B-DC7CB3CD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4AE38-6393-48D0-A504-4E709E22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DF1BF-796E-4E22-8C86-B8F4BC19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91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F9186"/>
                </a:solidFill>
                <a:latin typeface="Aptos"/>
                <a:ea typeface="Aptos"/>
                <a:cs typeface="Aptos"/>
              </a:rPr>
              <a:t>Inconsistent under time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9E88F-918C-45BB-A644-25DD420E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28975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16EBE-2E8F-4C0D-BE70-DF0CE8F3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623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A934A-1772-4807-8A2F-A374727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623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C419C-17A4-4D05-B456-1299B5FA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099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91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F9186"/>
                </a:solidFill>
                <a:latin typeface="Aptos"/>
                <a:ea typeface="Aptos"/>
                <a:cs typeface="Aptos"/>
              </a:rPr>
              <a:t>No structured fraud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0966A-26C1-4E80-965C-98918FA0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AB11C-BB72-4F4C-9782-9928DDFA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9EFC4-76A1-46FB-BDCA-1D4C57A8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Paper register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C2B6A-786D-41F0-80F2-1E3F815C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91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F9186"/>
                </a:solidFill>
                <a:latin typeface="Aptos"/>
                <a:ea typeface="Aptos"/>
                <a:cs typeface="Aptos"/>
              </a:rPr>
              <a:t>Weak investigation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86027-59F5-4CB0-80E7-C73E1749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ExamVerify makes the decision fast, consistent, and reviewable.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15AA7-40C0-49D6-B3FF-1DE0C872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4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847A"/>
                </a:solidFill>
                <a:latin typeface="Aptos"/>
                <a:ea typeface="Aptos"/>
                <a:cs typeface="Aptos"/>
              </a:rPr>
              <a:t>Problem framing from supplied ExamVerify specification.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C3B70-BF61-4D51-9126-1E225245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48104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37D778-0280-4F8F-BE2B-EAEA2330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986C79-581F-463D-86FD-D4BBC540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B9227C-9D9E-416F-8AAD-736FDD33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66FFA-7703-410A-8545-56E5AFC2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50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50F"/>
                </a:solidFill>
                <a:latin typeface="Aptos Display"/>
                <a:ea typeface="Aptos Display"/>
                <a:cs typeface="Aptos Display"/>
              </a:rPr>
              <a:t>One accountable decision in four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D74CF-938D-4324-94D6-4A5E2C5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Official-format identity data, a live candidate signal, deterministic fraud rules, and an audit event become one gate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12E89-8021-4A40-A091-512DEAE6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6E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83436-A553-4EDF-996D-71593DB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BF625-5321-4B46-AA0F-1F604F61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87C8C-0E4C-4C30-8766-CFCF5868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5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8"/>
                </a:solidFill>
                <a:latin typeface="Aptos"/>
                <a:ea typeface="Aptos"/>
                <a:cs typeface="Aptos"/>
              </a:rPr>
              <a:t>QR or roll number starts the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712E0-A72B-490A-9C45-B2D7DBA1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E1D57-E6CC-485E-8256-A21A4125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52825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76B9D-D6BC-4E8A-93A5-CC2A738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AFD37-F931-47E9-A96B-6F8DA82D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0DAD2-DFB7-41D7-9920-55BF46E7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194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Fetch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5BABF-FE85-43C6-B0C3-3B2AFF0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81425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5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8"/>
                </a:solidFill>
                <a:latin typeface="Aptos"/>
                <a:ea typeface="Aptos"/>
                <a:cs typeface="Aptos"/>
              </a:rPr>
              <a:t>DigiLocker-compatible admit card is verified.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6C240-9083-4DBE-8998-44A287D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BD2EC-9C8A-4194-A076-9FC1C3B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E366D-B6DE-4CBF-BE82-32D50903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6ED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8D7D0-6166-4343-99C0-D749ED3D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ABDE9-6CE0-4076-BA66-F9E97EC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58D6E-7318-4631-AD1B-096515F3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81425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5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8"/>
                </a:solidFill>
                <a:latin typeface="Aptos"/>
                <a:ea typeface="Aptos"/>
                <a:cs typeface="Aptos"/>
              </a:rPr>
              <a:t>Live camera signal is compared to the reference.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818B7-99A0-4F08-880E-003C2DE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19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67BAA-4C82-4976-AFF9-C5F6096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52825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16BEB-39B4-4FD0-8F27-C43CA28D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67E0D-0233-4D60-A889-6EB39F3D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6E5B71-2E6D-4B28-915C-6FDACA0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32EC3-81A3-4FBD-87D7-82C721C8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81425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5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8"/>
                </a:solidFill>
                <a:latin typeface="Aptos"/>
                <a:ea typeface="Aptos"/>
                <a:cs typeface="Aptos"/>
              </a:rPr>
              <a:t>Approve or escalate, then append the audit event.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16ED3-4A9F-4CC5-AEFD-E84B5FC0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896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F3025A-FE5E-4B19-ADDE-3A08CBE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149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~0.35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DE6C4-58CD-40FF-9141-559BED0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53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6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6AD"/>
                </a:solidFill>
                <a:latin typeface="Aptos"/>
                <a:ea typeface="Aptos"/>
                <a:cs typeface="Aptos"/>
              </a:rPr>
              <a:t>sandbox document 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014CE9-890D-4E07-BD5F-C062DE4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149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85%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D089E-D85F-4152-8E42-93F92CF9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53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6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6AD"/>
                </a:solidFill>
                <a:latin typeface="Aptos"/>
                <a:ea typeface="Aptos"/>
                <a:cs typeface="Aptos"/>
              </a:rPr>
              <a:t>demo decision threshold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2393DE-34DE-400B-A589-156FBF58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149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647E0-8573-46ED-916B-AF660BD7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53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6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6AD"/>
                </a:solidFill>
                <a:latin typeface="Aptos"/>
                <a:ea typeface="Aptos"/>
                <a:cs typeface="Aptos"/>
              </a:rPr>
              <a:t>biometric images stored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E1597D-5C0B-4150-ADDE-713E7703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68F"/>
                </a:solidFill>
                <a:latin typeface="Aptos"/>
                <a:ea typeface="Aptos"/>
                <a:cs typeface="Aptos"/>
              </a:rPr>
              <a:t>Prototype targets and current sandbox behavior; not production SLAs.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25C77F-E512-461A-B73E-61D35688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19153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536A4-059E-4C61-BE06-BEFD981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56FE5F-687E-4064-BF00-5ACEFC71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C1BCA1-CCDA-455A-84E5-4D98ED8B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LIVE 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C2F86-4F1A-47EC-BC31-B238D352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50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50F"/>
                </a:solidFill>
                <a:latin typeface="Aptos Display"/>
                <a:ea typeface="Aptos Display"/>
                <a:cs typeface="Aptos Display"/>
              </a:rPr>
              <a:t>The same flow handles approval and escalation.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9ACAE-84C2-4328-A719-06B639C3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981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Two deterministic demo identities make the complete judge journey repeatable without hiding the fraud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853F6-49BE-47BC-BB54-BE1E67C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5095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BF825-2181-4159-A74B-1EBA55F5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RAHUL SHARMA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DA0AB-3A81-4A1D-B443-449DA3D5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7D75"/>
                </a:solidFill>
                <a:latin typeface="Aptos Mono"/>
                <a:ea typeface="Aptos Mono"/>
                <a:cs typeface="Aptos Mono"/>
              </a:rPr>
              <a:t>JEE25BPL0042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4FEF6-C423-49C4-A9A0-77AF630D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D9524-F111-4EDB-AD92-AC26F928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390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39087"/>
                </a:solidFill>
                <a:latin typeface="Aptos"/>
                <a:ea typeface="Aptos"/>
                <a:cs typeface="Aptos"/>
              </a:rPr>
              <a:t>FACE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21294-9461-4A89-B229-508C49A8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94.2%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8E5C6-40B6-4863-A11D-58A94393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453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0FC61-1E02-4117-8D96-20AF70B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42672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09B7E-9CC6-4D3D-9B6A-C82F40F7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Entry approved / audit event committed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0BEA6-9715-4AF7-9DFC-CE082996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33625"/>
            <a:ext cx="5095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34F61-20EF-434D-BD13-5EF3E57A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00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AMIT PATEL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38F80-1FE3-44E4-AE8F-B43013D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7D75"/>
                </a:solidFill>
                <a:latin typeface="Aptos Mono"/>
                <a:ea typeface="Aptos Mono"/>
                <a:cs typeface="Aptos Mono"/>
              </a:rPr>
              <a:t>JEE25BPL0103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47B17-67F3-426B-940D-8DC7AB16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1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3D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3D2F"/>
                </a:solidFill>
                <a:latin typeface="Aptos"/>
                <a:ea typeface="Aptos"/>
                <a:cs typeface="Aptos"/>
              </a:rPr>
              <a:t>FLAGGED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1C7C4-07E1-4AE9-97B0-4A037B90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29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390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39087"/>
                </a:solidFill>
                <a:latin typeface="Aptos"/>
                <a:ea typeface="Aptos"/>
                <a:cs typeface="Aptos"/>
              </a:rPr>
              <a:t>FACE 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18361-A10F-472C-B383-1E7E1D14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14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C63D2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C63D2F"/>
                </a:solidFill>
                <a:latin typeface="Aptos"/>
                <a:ea typeface="Aptos"/>
                <a:cs typeface="Aptos"/>
              </a:rPr>
              <a:t>61.3%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050F1-52C0-4151-A3B4-330A9392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453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A83C4-132D-43E8-A5BF-23A39F04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24375"/>
            <a:ext cx="2781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E0C94-6E03-4183-B4F7-B3A31F06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3D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3D2F"/>
                </a:solidFill>
                <a:latin typeface="Aptos"/>
                <a:ea typeface="Aptos"/>
                <a:cs typeface="Aptos"/>
              </a:rPr>
              <a:t>Low confidence + multiple attempts / invigilator alerted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2D554-798C-4483-94D9-A45D1DDB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68F"/>
                </a:solidFill>
                <a:latin typeface="Aptos"/>
                <a:ea typeface="Aptos"/>
                <a:cs typeface="Aptos"/>
              </a:rPr>
              <a:t>Demo outputs from the implemented sandbox. Face confidence is simulated for repeatability.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E1DD1-48C4-4BF3-BBAD-8A9F6775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81629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D6F67-C6F9-43D8-9129-BBC3E6F4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D650C3-E874-4BD7-9388-10FC58BB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CC99970-4754-4ED3-AB32-E2DBAC29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DEPLOYABLE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93753-D92B-4FA3-9ADE-0B50B279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Existing interfaces carry the workflow; controls carry the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511B2-2033-4391-9A6D-28212A62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AE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EAEA5"/>
                </a:solidFill>
                <a:latin typeface="Aptos"/>
                <a:ea typeface="Aptos"/>
                <a:cs typeface="Aptos"/>
              </a:rPr>
              <a:t>A browser-based gate client, approved identity APIs, and an append-only backend keep the center footprint small.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569C7-B07F-42CF-AEFB-10F2F77D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23222"/>
          </a:solidFill>
          <a:ln xmlns:a="http://schemas.openxmlformats.org/drawingml/2006/main" w="9525">
            <a:solidFill>
              <a:srgbClr val="3655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58F8B-C847-49C4-9CE2-09ABCA5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8C007-24DA-4951-9C1B-1B2D716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09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096"/>
                </a:solidFill>
                <a:latin typeface="Aptos"/>
                <a:ea typeface="Aptos"/>
                <a:cs typeface="Aptos"/>
              </a:rPr>
              <a:t>React / webcam / QR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1226A-6EBB-482C-AACA-73EB695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E77CE-0BB6-4630-9917-BA01CA83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623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44DA6-F4FC-469B-9886-BBC15E1D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5675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C2521-6B9A-4098-841D-4F9B9E41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3A27"/>
          </a:solidFill>
          <a:ln xmlns:a="http://schemas.openxmlformats.org/drawingml/2006/main" w="9525">
            <a:solidFill>
              <a:srgbClr val="3655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6A94F-6E9B-45A2-A47B-0B401F0B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95625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Identity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BA9C6-1522-4E64-97A3-AE1E568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09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096"/>
                </a:solidFill>
                <a:latin typeface="Aptos"/>
                <a:ea typeface="Aptos"/>
                <a:cs typeface="Aptos"/>
              </a:rPr>
              <a:t>FastAPI / OAuth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1EC91-04B2-45BC-9C34-7F4A8D5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89D71-89B3-4240-9898-5D33F118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623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22BBB-8366-4B06-BD8D-E495F579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95675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AD3F0-5572-4647-BFA8-32A2FD39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3A27"/>
          </a:solidFill>
          <a:ln xmlns:a="http://schemas.openxmlformats.org/drawingml/2006/main" w="9525">
            <a:solidFill>
              <a:srgbClr val="3655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025AA-66D6-4F8E-8B25-DFBD8857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6DA17-9456-446F-A811-CF638DF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09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096"/>
                </a:solidFill>
                <a:latin typeface="Aptos"/>
                <a:ea typeface="Aptos"/>
                <a:cs typeface="Aptos"/>
              </a:rPr>
              <a:t>Face score / fraud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91557-FBCA-4F4F-82D7-D373D395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FFE13-3E56-4DCC-BEC2-F2C42527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BBB58-5DEC-4E9F-B43C-1216EA3F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95675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D28D1-C09A-4501-83E9-0F1D834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83A29"/>
          </a:solidFill>
          <a:ln xmlns:a="http://schemas.openxmlformats.org/drawingml/2006/main" w="9525">
            <a:solidFill>
              <a:srgbClr val="3655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28D48-4B23-4B75-B994-272BD78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Operations 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CFBC6-20EE-43B6-97A0-ED94FE4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A09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096"/>
                </a:solidFill>
                <a:latin typeface="Aptos"/>
                <a:ea typeface="Aptos"/>
                <a:cs typeface="Aptos"/>
              </a:rPr>
              <a:t>Sessions / audit /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0CDDF-8644-44A0-A5D1-5C16C917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14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EF0E0-24FF-420D-8E9D-BA521F06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2C15F-3EAD-4CB2-88A8-638B932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3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B3AA"/>
                </a:solidFill>
                <a:latin typeface="Aptos"/>
                <a:ea typeface="Aptos"/>
                <a:cs typeface="Aptos"/>
              </a:rPr>
              <a:t>No face image persisted in the prototype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C2C833-C9FE-4EFF-82B5-873EC362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006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ACCOUNTABILITY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2E3CDA-53DD-4D97-989A-5CADFE2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3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B3AA"/>
                </a:solidFill>
                <a:latin typeface="Aptos"/>
                <a:ea typeface="Aptos"/>
                <a:cs typeface="Aptos"/>
              </a:rPr>
              <a:t>Every decision creates structured audit events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953E3-30AB-4838-8598-F1DAAC6D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RESILIENCE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713073-17B8-49D5-ABC7-2E72447B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7685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3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B3AA"/>
                </a:solidFill>
                <a:latin typeface="Aptos"/>
                <a:ea typeface="Aptos"/>
                <a:cs typeface="Aptos"/>
              </a:rPr>
              <a:t>Production path includes offline center synchronization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5E1F28-0CD2-4390-90C0-0E489B0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4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847A"/>
                </a:solidFill>
                <a:latin typeface="Aptos"/>
                <a:ea typeface="Aptos"/>
                <a:cs typeface="Aptos"/>
              </a:rPr>
              <a:t>Current build: React + FastAPI + SQLite. Production identity and biometric providers require approval.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05469C-F2CD-47E5-AD40-56C3D17D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F3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F3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28019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26FA63-C35E-4DAC-89DD-E1EF00EA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B200D57-D758-4E70-88B1-C75D94EC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FC9DCD-C8A7-40A5-9F9C-02E24C1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RESPONSIBLE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5DBDC-AD31-4520-8DF0-6BC4C9D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50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50F"/>
                </a:solidFill>
                <a:latin typeface="Aptos Display"/>
                <a:ea typeface="Aptos Display"/>
                <a:cs typeface="Aptos Display"/>
              </a:rPr>
              <a:t>From sandbox proof to accountable exam infrastructure.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FF50F-0A76-4A40-8E37-ABCA5E6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The roadmap prioritizes approval, fairness, privacy, and center reliability before national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D830B-241D-4552-AE21-95EDEE05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D044F-39FA-4E20-9292-DD11B50B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05BA8-2B80-4CC4-9E37-DEE9404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342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A6871-385E-4520-9F95-5BEA69A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E60D3-A66A-454E-A973-D26FEB47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915DB-6243-487B-B58F-56A37DEB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619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DigiLocker-compatible sandbox</a:t>
            </a:r>
          </a:p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Gate flow + dashboard</a:t>
            </a:r>
          </a:p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Audit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58108-F6F1-4933-8D55-FF659753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5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FF77C-FABF-4495-B8F5-693111D1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342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DA381-81EA-4F4B-8317-9F36C799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3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6F6E2-972E-4AF5-B2CC-DE2A310A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F3D8A-03ED-4AAF-8D32-9F1B664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57700"/>
            <a:ext cx="2619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Approved OAuth integration</a:t>
            </a:r>
          </a:p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Audited liveness provider</a:t>
            </a:r>
          </a:p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Offline center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E2644-89A0-4042-8037-A891CA16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A1FA8-B91F-4A4E-B9A1-5B5ECF8B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33725"/>
            <a:ext cx="342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20E22-2CA8-44C0-B10B-B4F2FE84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6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EA260-733A-4BF3-88DE-FF86DB42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71925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B6A4E-58EB-4C42-8B50-46F60468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2619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Role-based NTA deployment</a:t>
            </a:r>
          </a:p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Bias and threshold review</a:t>
            </a:r>
          </a:p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Signed audit anchoring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6D867-E7F5-4988-84CF-E4D3362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896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9F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23708-AEBE-4F76-95D6-8DD09BEA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429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50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50F"/>
                </a:solidFill>
                <a:latin typeface="Aptos"/>
                <a:ea typeface="Aptos"/>
                <a:cs typeface="Aptos"/>
              </a:rPr>
              <a:t>Every student deserves the same gate, the same standard, and a decision that can be explained.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77007-5660-4D9B-B4FA-6BE23E47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68F"/>
                </a:solidFill>
                <a:latin typeface="Aptos"/>
                <a:ea typeface="Aptos"/>
                <a:cs typeface="Aptos"/>
              </a:rPr>
              <a:t>ExamVerify hackathon prototype / production deployment requires formal approvals and independent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329C5-7941-42C7-A406-5C958D5B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7A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A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8042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2026-06-14T10:06:41.2680000Z</dcterms:created>
  <dcterms:modified xsi:type="dcterms:W3CDTF">2026-06-14T10:06:41.2680000Z</dcterms:modified>
</coreProperties>
</file>